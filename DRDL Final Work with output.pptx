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E527D-E390-0936-7846-E3E36AD05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345D4F-DEB3-EE9B-F581-09000B881A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8F2D0-3468-3F0C-CED0-880A432D9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BAE96-22EA-2265-3570-5532C3EE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20FBF-270A-98D6-6610-F00C88875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87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A83D7-15D0-36E9-2C84-903D419E0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DBDDF-D877-0355-67AA-2F80C1A10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FECA7-3376-1321-7305-2FB2283DE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7E22F-13FE-AC0C-2B8D-635D93C8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57D9C-D088-64A9-BE96-DB06BF80A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632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5FBA-588A-C671-DD54-0C94B9F53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190C0-53C6-607E-911D-965EE14DD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6517E-27B3-C0E8-347C-24ABAB234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4D2F4-597C-0C91-68F5-9040861AE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B2F5D-5D5E-D46E-6234-D666505EB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271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0629-B180-E816-B1E3-B93CE7707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9EC25-0351-090E-0E21-160CFAB95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D0318-3D03-4AFE-CFBE-3B5644B80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C851F-0FD4-3E2A-8FD3-AA5C96C21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F0457-8F7C-AA48-C34F-73931EEB0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7DF53-3AB4-A1E7-F2F3-359BC1714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129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370C7-26A4-F367-37B6-9EC9ACDDA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D3716-2980-C065-C4FD-696E8A32A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A3C890-7338-9948-DD5D-3F432DC08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84FD0-1E6C-830B-954F-F254D5E741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7CD3AA-295E-7B50-12DD-A0577D406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FABF92-4458-7BA9-EB3C-4E80BF6CD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F9EA68-B51F-7F0E-58C0-D179F2377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1D6A1D-2930-0DCB-BAE5-60B25E315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769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D309C-F501-CCA5-D993-F94219B18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E8A27-4AA6-5D0C-C759-66DD0E87C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7258E-EE4B-E6CE-A45B-284CB6192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7498E-452F-D3B2-06EE-B1B4BF8D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339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42DEDF-0782-FD2E-69BD-DA1234517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483188-9C20-D3F4-5B55-11501BCD4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0988D-2A54-26AC-787A-9A7143EBA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416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62A7-C54A-04EE-DFE0-998E6A029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143CF-1A52-6630-3F89-1FEADFCCA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6619F-2F58-B0D0-47CE-46EAB4743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69825-D6CA-7CFA-29E5-67E929D39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B3DE0-8EE2-D1C2-8777-58F01B748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07473-23D2-8C53-E8D8-0169B6B54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98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7C792-476A-0937-96AF-9FBD1680F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B5DE81-9079-3405-3E19-41573A521B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29AD00-3E33-8B7C-BE26-A129DD197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B7033-0A05-A9D1-BC8B-D64CE3380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601E2-813A-4CD2-01EF-75C262797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7CBE8-7B2C-8DFD-87F7-AFBC8029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258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B6308-CEA3-C1C0-75ED-2FFC8CAF0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6B28EA-DB4C-8648-9092-5FDEC83AB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70F5D-CD70-D7DF-96AF-C193840C2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85789-258A-BFF5-6C62-82DF0E18E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76DC3-F553-A4AB-CB4C-676EC843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873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8F68C3-5820-4385-6961-8D5CC067B8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B768E-1CFB-51DA-3C50-03F68195D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FFF3E-AB22-20DC-397E-DF14177D0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9A9E-68D7-4E03-ACC2-EB50276B8B4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F0CB-E913-75D9-23AE-96D4928EE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4B691-D06C-2BEE-90BD-D5FC9252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097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E13D0E-4549-54FB-2349-6CA1880F4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3A14C-5446-0079-798C-7FE52D96D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0C25D-E872-8127-391C-40BC7BBFCA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739A9E-68D7-4E03-ACC2-EB50276B8B40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A3661-F46D-2DCD-E84C-596065E5B4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C37E9-040F-6EC5-9960-29A4C3579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BF63C0-DF14-4B17-9D62-F9A9BA121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66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24261-4277-A118-13C8-02D747E81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1" y="244579"/>
            <a:ext cx="4493342" cy="50636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Name-Bayana Aishwarya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1A0864-AC18-383E-18B7-8D8647B0E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787" y="736190"/>
            <a:ext cx="11159613" cy="5877231"/>
          </a:xfrm>
        </p:spPr>
        <p:txBody>
          <a:bodyPr>
            <a:noAutofit/>
          </a:bodyPr>
          <a:lstStyle/>
          <a:p>
            <a:pPr algn="l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Done-</a:t>
            </a:r>
          </a:p>
          <a:p>
            <a:pPr marL="457200" indent="-457200" algn="l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responsive and user-friendly frontend using React and Tailwind CSS for structured data entry and display.</a:t>
            </a:r>
          </a:p>
          <a:p>
            <a:pPr marL="457200" indent="-457200" algn="l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 validated employee registration form to ensure accurate and complete data submission.</a:t>
            </a:r>
          </a:p>
          <a:p>
            <a:pPr marL="457200" indent="-457200" algn="l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dynamic Directory → Division relational mapping, where division options automatically update based on the selected directory.</a:t>
            </a:r>
          </a:p>
          <a:p>
            <a:pPr marL="457200" indent="-457200" algn="l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full CRUD operations (Create, Read, Update, Delete) between frontend and backend using REST APIs.</a:t>
            </a:r>
          </a:p>
          <a:p>
            <a:pPr marL="457200" indent="-457200" algn="l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export functionality to download employee records in PDF and Excel formats for reporting purposes.</a:t>
            </a:r>
          </a:p>
          <a:p>
            <a:pPr marL="457200" indent="-457200" algn="l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the backend using Spring Boot with layered architecture (Controller, Service, Repository) to handle business logic and API communication.</a:t>
            </a:r>
          </a:p>
          <a:p>
            <a:pPr marL="457200" indent="-457200" algn="l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the application to Oracle Database, creating Employee, Directory, and Division tables with proper relational mapping.</a:t>
            </a:r>
          </a:p>
          <a:p>
            <a:pPr marL="457200" indent="-457200" algn="l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Grafana dashboards using the Marcus Olsson JSON Data Source plugin to visualize employee statistics in graphical format.</a:t>
            </a:r>
          </a:p>
          <a:p>
            <a:pPr marL="457200" indent="-457200" algn="l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token-based API security (Bearer Authorization) to protect backend endpoints and ensure controlled data access.</a:t>
            </a:r>
          </a:p>
        </p:txBody>
      </p:sp>
    </p:spTree>
    <p:extLst>
      <p:ext uri="{BB962C8B-B14F-4D97-AF65-F5344CB8AC3E}">
        <p14:creationId xmlns:p14="http://schemas.microsoft.com/office/powerpoint/2010/main" val="3929935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F61F99-A593-FC25-1FDB-20AA29738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33" y="442452"/>
            <a:ext cx="10844980" cy="612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97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01D150-CFA0-CA93-681B-6D9B349EB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5" y="285135"/>
            <a:ext cx="11110450" cy="637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822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BA36A5-C761-9D12-854E-54E4E4FB2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1" y="393290"/>
            <a:ext cx="11139948" cy="624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798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7EA5A-8989-799A-6C87-AACCAFD11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DF4EB9-F787-6238-3304-71D90AB70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3" y="442452"/>
            <a:ext cx="11641394" cy="630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652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B220A-EE1F-BF0E-0AE7-9F723D01A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D93DAE-BC28-C1BC-22FB-A9DE7AFDB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2" y="196645"/>
            <a:ext cx="11257935" cy="646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220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173</Words>
  <Application>Microsoft Office PowerPoint</Application>
  <PresentationFormat>Widescreen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Name-Bayana Aishwarya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Bayana Aishwarya</dc:creator>
  <cp:lastModifiedBy>Bayana Aishwarya</cp:lastModifiedBy>
  <cp:revision>2</cp:revision>
  <dcterms:created xsi:type="dcterms:W3CDTF">2025-12-14T16:15:05Z</dcterms:created>
  <dcterms:modified xsi:type="dcterms:W3CDTF">2026-02-24T19:55:55Z</dcterms:modified>
</cp:coreProperties>
</file>