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A92B-58CD-C916-5C05-3D9D53005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3F544-9DE6-B9DB-4EF4-5F0858A83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8E50-5B00-3A74-B015-32D891BE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B83E0-C302-78F8-5D6B-E73E235F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A379F-CA2A-419F-409F-6521A7D9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2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B019-375A-7AF3-1EF0-6C97425F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6859-8CB0-1298-2DAE-D0B26FDE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47A8-4D6C-525D-1D50-C9348B2C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E679-399C-0D17-6F77-F5853A8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C2F60-71B0-7655-5EAE-53E64C0F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40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2DA2-89A1-4DDE-AD56-DE0A33A4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D688-C247-8BD3-8AB8-1146C937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C67C-3CF9-D6FD-58B8-5AF37CEC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5A91-B875-CC06-AFAF-CDFECC93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D12A6-DE10-1BBE-B26E-58C5AE5E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1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819D-FA71-4C48-894F-541B0C12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7F364-7507-AC86-A092-322DF7045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9331D-D2C1-6E1A-6F1B-8BA6102BE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F2B44-35BA-F047-0AE5-B60F67F5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66241-AF2C-1AC0-84AE-F7A94217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9FAB7-B128-C345-D134-48A0B33E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95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214-01A3-94B1-CA1A-BCD1B4F9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4D6CE-ED2D-FA76-6198-92D1F1A2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1B4F5-40C7-8C49-E1A3-B4F0B9814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F514B-0AE2-8166-BD25-DD759253D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9BCB8-CA23-C812-B575-8C3A30C17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A91B0-6B5F-1F1E-6081-260A60F2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91480-7A02-831E-A0D4-2E2EC95D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139D7-0AC0-3C78-A02A-184D18D4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79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78EB-B6CB-5918-3938-3A810AB2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FF66F-AD5C-DF7D-45EC-902365F0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665F3-F62C-36DD-E48B-D544915D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9893F-EF76-885F-911A-4CCF36AA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88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602A4-524D-4116-63D2-38DE4A45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1B220-96D1-58A2-C8A6-45F44A82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67F2-83D0-7141-7E9B-68F19F9C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9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E342-B5EA-3D6F-11E4-19B56D0F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C4E5-6368-E10F-B61A-5CE218881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9D389-EFE7-814A-1D00-35AB3F2C4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DA762-07F3-6487-8457-BD529576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202FB-9418-1E94-41E4-0F032F6F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42D31-C8CD-DB2C-4AE2-27A24D7E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C2D0-7A3C-04C1-49C2-C6C5EECA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DC8A-54A7-71C9-6B4F-D4CF060BD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FE074-0E29-27AB-97B4-6CD65B9E1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2B483-4ADF-8826-2B5D-32D2110C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47A3E-98EF-D4C4-9258-693E0D1D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418C0-2DD9-DD93-0343-BAAF4BA0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51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5C6E-8FBA-F6DC-4DB5-F1D520A5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9900F-F52E-7B4C-6E7E-65766A8EC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F718-3F52-AC1A-07FC-2EEA7851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2D53-6CA5-765F-37A7-613AFE3A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FE305-EC50-F419-BD4E-02C9621F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3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D980F-B3C9-7120-FB98-3ED8BBFFE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DCEE0-DB72-F777-DB8B-1D6BB948B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5FE2-662E-A182-B879-CA2003B0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38A02-3DDE-0E74-EF2B-459829AC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6CE87-BAD2-050A-F724-0AD84A66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85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C6D8DB-54A3-70E0-BB0A-52D756701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6940E-E3D3-3D6B-EEC0-479EB3AC2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B86EB-1048-3E31-43A8-7DC83FFA1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35CB1-489D-4B98-9E1D-AF600C2F76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4F60E-AF28-618D-2452-5F55AE0C8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567F-CE10-7008-AC25-9F159D643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A8970-AF99-4330-A05E-917B5EB43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7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4261-4277-A118-13C8-02D747E81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44579"/>
            <a:ext cx="4493342" cy="50636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Name-Bayana Aishwarya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A0864-AC18-383E-18B7-8D8647B0E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7" y="736190"/>
            <a:ext cx="11159613" cy="587723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Done-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responsive and user-friendly frontend using React and Tailwind CSS for structured data entry and display.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validated employee registration form to ensure accurate and complete data submission.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dynamic Directory → Division relational mapping, where division options automatically update based on the selected directory.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full CRUD operations (Create, Read, Update, Delete) between frontend and backend using REST APIs.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export functionality to download employee records in PDF and Excel formats for reporting purposes.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backend using Spring Boot with layered architecture (Controller, Service, Repository) to handle business logic and API communication.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the application to Oracle Database, creating Employee, Directory, and Division tables with proper relational mapping.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Grafana dashboards using the Marcus Olsson JSON Data Source plugin to visualize employee statistics in graphical format.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token-based API security (Bearer Authorization) to protect backend endpoints and ensure controlled data access.</a:t>
            </a:r>
          </a:p>
        </p:txBody>
      </p:sp>
    </p:spTree>
    <p:extLst>
      <p:ext uri="{BB962C8B-B14F-4D97-AF65-F5344CB8AC3E}">
        <p14:creationId xmlns:p14="http://schemas.microsoft.com/office/powerpoint/2010/main" val="392993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Name-Bayana Aishwarya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Bayana Aishwarya</dc:creator>
  <cp:lastModifiedBy>Bayana Aishwarya</cp:lastModifiedBy>
  <cp:revision>1</cp:revision>
  <dcterms:created xsi:type="dcterms:W3CDTF">2026-02-24T19:56:08Z</dcterms:created>
  <dcterms:modified xsi:type="dcterms:W3CDTF">2026-02-24T19:56:27Z</dcterms:modified>
</cp:coreProperties>
</file>